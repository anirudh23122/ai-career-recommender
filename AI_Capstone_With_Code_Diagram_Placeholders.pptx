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S" initials="A" lastIdx="1" clrIdx="0">
    <p:extLst>
      <p:ext uri="{19B8F6BF-5375-455C-9EA6-DF929625EA0E}">
        <p15:presenceInfo xmlns:p15="http://schemas.microsoft.com/office/powerpoint/2012/main" userId="4269a9d3af5ad13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46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1-11T16:35:59.393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736118-C33D-430E-A717-979A17611B0D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FB133-564A-4EBE-8AEA-E38506BD9C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95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FB133-564A-4EBE-8AEA-E38506BD9C1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115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82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9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790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857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942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73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443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3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288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649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774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3123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20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7651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429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5213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631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543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1821795"/>
          </a:xfrm>
        </p:spPr>
        <p:txBody>
          <a:bodyPr/>
          <a:lstStyle/>
          <a:p>
            <a:r>
              <a:rPr dirty="0"/>
              <a:t>AI‑Powered Career Guidance &amp; Skill Recommendation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181302"/>
            <a:ext cx="5917679" cy="1457498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CSRBOX – IBM </a:t>
            </a:r>
            <a:r>
              <a:rPr dirty="0" err="1"/>
              <a:t>SkillsBuild</a:t>
            </a:r>
            <a:r>
              <a:rPr dirty="0"/>
              <a:t> Applied AI Internship 2025</a:t>
            </a:r>
          </a:p>
          <a:p>
            <a:r>
              <a:rPr dirty="0"/>
              <a:t>SDG 8: Decent Work and Economic Growth</a:t>
            </a:r>
          </a:p>
          <a:p>
            <a:r>
              <a:rPr dirty="0"/>
              <a:t>Capstone Project</a:t>
            </a:r>
          </a:p>
          <a:p>
            <a:endParaRPr dirty="0"/>
          </a:p>
          <a:p>
            <a:r>
              <a:rPr dirty="0"/>
              <a:t>Prepared by: Rahul Singla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Introduction</a:t>
            </a:r>
          </a:p>
          <a:p>
            <a:r>
              <a:t>SDG Alignment</a:t>
            </a:r>
          </a:p>
          <a:p>
            <a:r>
              <a:t>Problem Statement</a:t>
            </a:r>
          </a:p>
          <a:p>
            <a:r>
              <a:t>Objectives</a:t>
            </a:r>
          </a:p>
          <a:p>
            <a:r>
              <a:t>AI Solution</a:t>
            </a:r>
          </a:p>
          <a:p>
            <a:r>
              <a:t>Architecture &amp; Flow</a:t>
            </a:r>
          </a:p>
          <a:p>
            <a:r>
              <a:t>Implementation</a:t>
            </a:r>
          </a:p>
          <a:p>
            <a:r>
              <a:t>Ethics &amp; Impact</a:t>
            </a:r>
          </a:p>
          <a:p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and graduates face difficulty choosing suitable careers</a:t>
            </a:r>
          </a:p>
          <a:p>
            <a:r>
              <a:t>Skill mismatch leads to unemployment and underemployment</a:t>
            </a:r>
          </a:p>
          <a:p>
            <a:r>
              <a:t>AI can provide scalable and personalized career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SDG Alignment – SDG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Supports Decent Work and Economic Growth</a:t>
            </a:r>
          </a:p>
          <a:p>
            <a:r>
              <a:t>Improves employability through skill awareness</a:t>
            </a:r>
          </a:p>
          <a:p>
            <a:r>
              <a:t>Encourages sustainable workforce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Lack of clarity about job roles</a:t>
            </a:r>
          </a:p>
          <a:p>
            <a:r>
              <a:t>Unawareness of required skills</a:t>
            </a:r>
          </a:p>
          <a:p>
            <a:r>
              <a:t>Need for an intelligent guidance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user skills using AI</a:t>
            </a:r>
          </a:p>
          <a:p>
            <a:r>
              <a:t>Recommend suitable job roles</a:t>
            </a:r>
          </a:p>
          <a:p>
            <a:r>
              <a:t>Identify missing skills</a:t>
            </a:r>
          </a:p>
          <a:p>
            <a:r>
              <a:t>Suggest learning paths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AI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AI‑powered career guidance agent</a:t>
            </a:r>
          </a:p>
          <a:p>
            <a:r>
              <a:t>Uses prompt‑based reasoning</a:t>
            </a:r>
          </a:p>
          <a:p>
            <a:r>
              <a:t>Provides job and skill recommendations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563880"/>
            <a:ext cx="3090672" cy="4714052"/>
          </a:xfrm>
        </p:spPr>
        <p:txBody>
          <a:bodyPr/>
          <a:lstStyle/>
          <a:p>
            <a:r>
              <a:rPr sz="2400" dirty="0"/>
              <a:t>AI Architecture &amp; Flow Diagram</a:t>
            </a:r>
            <a:br>
              <a:rPr lang="en-US" sz="2400" dirty="0"/>
            </a:br>
            <a:br>
              <a:rPr lang="en-US" sz="2400" dirty="0"/>
            </a:br>
            <a:r>
              <a:rPr lang="en-IN" sz="1050" dirty="0"/>
              <a:t>User</a:t>
            </a:r>
            <a:br>
              <a:rPr lang="en-IN" sz="1050" dirty="0"/>
            </a:br>
            <a:r>
              <a:rPr lang="en-IN" sz="1050" dirty="0"/>
              <a:t> │</a:t>
            </a:r>
            <a:br>
              <a:rPr lang="en-IN" sz="1050" dirty="0"/>
            </a:br>
            <a:r>
              <a:rPr lang="en-IN" sz="1050" dirty="0"/>
              <a:t> ▼</a:t>
            </a:r>
            <a:br>
              <a:rPr lang="en-IN" sz="1050" dirty="0"/>
            </a:br>
            <a:r>
              <a:rPr lang="en-IN" sz="1050" dirty="0"/>
              <a:t>Skill / Resume Input</a:t>
            </a:r>
            <a:br>
              <a:rPr lang="en-IN" sz="1050" dirty="0"/>
            </a:br>
            <a:r>
              <a:rPr lang="en-IN" sz="1050" dirty="0"/>
              <a:t> │</a:t>
            </a:r>
            <a:br>
              <a:rPr lang="en-IN" sz="1050" dirty="0"/>
            </a:br>
            <a:r>
              <a:rPr lang="en-IN" sz="1050" dirty="0"/>
              <a:t> ▼</a:t>
            </a:r>
            <a:br>
              <a:rPr lang="en-IN" sz="1050" dirty="0"/>
            </a:br>
            <a:r>
              <a:rPr lang="en-IN" sz="1050" dirty="0"/>
              <a:t>Prompt Construction (Python)</a:t>
            </a:r>
            <a:br>
              <a:rPr lang="en-IN" sz="1050" dirty="0"/>
            </a:br>
            <a:r>
              <a:rPr lang="en-IN" sz="1050" dirty="0"/>
              <a:t> │</a:t>
            </a:r>
            <a:br>
              <a:rPr lang="en-IN" sz="1050" dirty="0"/>
            </a:br>
            <a:r>
              <a:rPr lang="en-IN" sz="1050" dirty="0"/>
              <a:t> ▼</a:t>
            </a:r>
            <a:br>
              <a:rPr lang="en-IN" sz="1050" dirty="0"/>
            </a:br>
            <a:r>
              <a:rPr lang="en-IN" sz="1050" dirty="0"/>
              <a:t>AI Model (Simulated / IBM Granite)</a:t>
            </a:r>
            <a:br>
              <a:rPr lang="en-IN" sz="1050" dirty="0"/>
            </a:br>
            <a:r>
              <a:rPr lang="en-IN" sz="1050" dirty="0"/>
              <a:t> │</a:t>
            </a:r>
            <a:br>
              <a:rPr lang="en-IN" sz="1050" dirty="0"/>
            </a:br>
            <a:r>
              <a:rPr lang="en-IN" sz="1050" dirty="0"/>
              <a:t> ▼</a:t>
            </a:r>
            <a:br>
              <a:rPr lang="en-IN" sz="1050" dirty="0"/>
            </a:br>
            <a:r>
              <a:rPr lang="en-IN" sz="1050" dirty="0"/>
              <a:t>Skill Analysis &amp; Job Matching</a:t>
            </a:r>
            <a:br>
              <a:rPr lang="en-IN" sz="1050" dirty="0"/>
            </a:br>
            <a:r>
              <a:rPr lang="en-IN" sz="1050" dirty="0"/>
              <a:t> │</a:t>
            </a:r>
            <a:br>
              <a:rPr lang="en-IN" sz="1050" dirty="0"/>
            </a:br>
            <a:r>
              <a:rPr lang="en-IN" sz="1050" dirty="0"/>
              <a:t> ▼</a:t>
            </a:r>
            <a:br>
              <a:rPr lang="en-IN" sz="1050" dirty="0"/>
            </a:br>
            <a:r>
              <a:rPr lang="en-IN" sz="1050" dirty="0"/>
              <a:t>Career Recommendations Output</a:t>
            </a:r>
            <a:br>
              <a:rPr lang="en-IN" sz="1050" dirty="0"/>
            </a:br>
            <a:br>
              <a:rPr lang="en-IN" sz="1050" dirty="0"/>
            </a:br>
            <a:endParaRPr sz="105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87732C-7D47-437A-ACC4-B096BF8E4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65921" y="1206028"/>
            <a:ext cx="3082516" cy="3020344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1842B77-8D54-455E-851D-F5F2E7304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780" y="1206028"/>
            <a:ext cx="4288325" cy="51137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Code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64260"/>
            <a:ext cx="2145518" cy="40355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user provides skills as input.</a:t>
            </a:r>
            <a:br>
              <a:rPr lang="en-US" dirty="0"/>
            </a:br>
            <a:r>
              <a:rPr lang="en-US" dirty="0"/>
              <a:t>The system uses AI-based reasoning (simulated here) to analyze skills and generate job role and learning recommendations as output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B1F618-C6A2-4596-BE99-F0485E820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9940" y="2202181"/>
            <a:ext cx="5280660" cy="441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&amp; Responsible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personal data storage</a:t>
            </a:r>
          </a:p>
          <a:p>
            <a:r>
              <a:t>Bias‑aware recommendations</a:t>
            </a:r>
          </a:p>
          <a:p>
            <a:r>
              <a:t>Transparent AI usage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career awareness</a:t>
            </a:r>
          </a:p>
          <a:p>
            <a:r>
              <a:t>Reduced skill mismatch</a:t>
            </a:r>
          </a:p>
          <a:p>
            <a:r>
              <a:t>Better employment readiness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Applies AI to a real‑world problem</a:t>
            </a:r>
          </a:p>
          <a:p>
            <a:r>
              <a:t>Aligned with SDG 8 goals</a:t>
            </a:r>
          </a:p>
          <a:p>
            <a:r>
              <a:t>Scalable and impactful solution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17</TotalTime>
  <Words>296</Words>
  <Application>Microsoft Office PowerPoint</Application>
  <PresentationFormat>On-screen Show (4:3)</PresentationFormat>
  <Paragraphs>53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Century Gothic</vt:lpstr>
      <vt:lpstr>Wingdings 3</vt:lpstr>
      <vt:lpstr>Ion Boardroom</vt:lpstr>
      <vt:lpstr>AI‑Powered Career Guidance &amp; Skill Recommendation Agent</vt:lpstr>
      <vt:lpstr>Outline</vt:lpstr>
      <vt:lpstr>Introduction</vt:lpstr>
      <vt:lpstr>SDG Alignment – SDG 8</vt:lpstr>
      <vt:lpstr>Problem Statement</vt:lpstr>
      <vt:lpstr>Project Objectives</vt:lpstr>
      <vt:lpstr>Proposed AI Solution</vt:lpstr>
      <vt:lpstr>AI Architecture &amp; Flow Diagram  User  │  ▼ Skill / Resume Input  │  ▼ Prompt Construction (Python)  │  ▼ AI Model (Simulated / IBM Granite)  │  ▼ Skill Analysis &amp; Job Matching  │  ▼ Career Recommendations Output  </vt:lpstr>
      <vt:lpstr>Sample Code Implementation</vt:lpstr>
      <vt:lpstr>Ethical &amp; Responsible AI</vt:lpstr>
      <vt:lpstr>Expected Outcomes &amp; Impact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AI‑Powered Career Guidance &amp; Skill Recommendation Agent</dc:title>
  <dc:subject/>
  <dc:creator>Rahul Singla</dc:creator>
  <cp:keywords>CSRBOX</cp:keywords>
  <dc:description>generated using python-pptx</dc:description>
  <cp:lastModifiedBy>ASUS</cp:lastModifiedBy>
  <cp:revision>5</cp:revision>
  <dcterms:created xsi:type="dcterms:W3CDTF">2013-01-27T09:14:16Z</dcterms:created>
  <dcterms:modified xsi:type="dcterms:W3CDTF">2026-01-11T11:18:31Z</dcterms:modified>
  <cp:category/>
</cp:coreProperties>
</file>